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e693932ce86464b" /><Relationship Type="http://schemas.openxmlformats.org/officeDocument/2006/relationships/extended-properties" Target="/docProps/app.xml" Id="R6fd20d87e6fe481f" /><Relationship Type="http://schemas.openxmlformats.org/officeDocument/2006/relationships/officeDocument" Target="/ppt/presentation.xml" Id="R2fe07cedbae84ef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82afe69126d430a"/>
  </p:sldMasterIdLst>
  <p:notesMasterIdLst>
    <p:notesMasterId xmlns:r="http://schemas.openxmlformats.org/officeDocument/2006/relationships" r:id="Rb76e86f981564bbd"/>
  </p:notesMasterIdLst>
  <p:sldIdLst>
    <p:sldId xmlns:r="http://schemas.openxmlformats.org/officeDocument/2006/relationships" id="256" r:id="Rd2050b6374c94a1c"/>
  </p:sldIdLst>
  <p:sldSz cx="15925800" cy="8963025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e5b063bb20c4ef0" /><Relationship Type="http://schemas.openxmlformats.org/officeDocument/2006/relationships/slideMaster" Target="/ppt/slideMasters/slideMaster1.xml" Id="R582afe69126d430a" /><Relationship Type="http://schemas.openxmlformats.org/officeDocument/2006/relationships/notesMaster" Target="/ppt/notesMasters/notesMaster1.xml" Id="Rb76e86f981564bbd" /><Relationship Type="http://schemas.openxmlformats.org/officeDocument/2006/relationships/presProps" Target="/ppt/presProps.xml" Id="R483d87b3d9ea442a" /><Relationship Type="http://schemas.openxmlformats.org/officeDocument/2006/relationships/tableStyles" Target="/ppt/tableStyles.xml" Id="R089514002b634387" /><Relationship Type="http://schemas.openxmlformats.org/officeDocument/2006/relationships/slide" Target="/ppt/slides/slide1.xml" Id="Rd2050b6374c94a1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8e6c31c5ea444f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b312e715e7b4c93" /><Relationship Type="http://schemas.openxmlformats.org/officeDocument/2006/relationships/notesMaster" Target="/ppt/notesMasters/notesMaster1.xml" Id="R618c9540e46a4d3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7730522c3f4ab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3f304c8db7146ed" /><Relationship Type="http://schemas.openxmlformats.org/officeDocument/2006/relationships/slideLayout" Target="/ppt/slideLayouts/slideLayout1.xml" Id="R50c074be18f54c2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0c074be18f54c2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af88bdfd984d65" /><Relationship Type="http://schemas.openxmlformats.org/officeDocument/2006/relationships/image" Target="/ppt/media/image.png" Id="R99d1d9411d554255" /><Relationship Type="http://schemas.openxmlformats.org/officeDocument/2006/relationships/notesSlide" Target="/ppt/notesSlides/notesSlide1.xml" Id="R5afacc85d5064a6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d1d9411d554255"/>
          <a:stretch xmlns:a="http://schemas.openxmlformats.org/drawingml/2006/main"/>
        </p:blipFill>
        <p:spPr>
          <a:xfrm xmlns:a="http://schemas.openxmlformats.org/drawingml/2006/main">
            <a:off x="0" y="0"/>
            <a:ext cx="15925800" cy="89630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926520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2026-06-23T01:20:51.8260000Z</dcterms:created>
  <dcterms:modified xsi:type="dcterms:W3CDTF">2026-06-23T01:20:51.8260000Z</dcterms:modified>
</coreProperties>
</file>